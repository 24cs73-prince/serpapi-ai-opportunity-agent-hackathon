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SERPAPI INDIA HACKATHON 2026  •  TRACK: AI AGENTS</a:t>
            </a:r>
          </a:p>
          <a:p>
            <a:pPr>
              <a:spcAft>
                <a:spcPts val="1200"/>
              </a:spcAft>
              <a:defRPr sz="4400" b="1">
                <a:solidFill>
                  <a:srgbClr val="0F172A"/>
                </a:solidFill>
              </a:defRPr>
            </a:pPr>
            <a:r>
              <a:t>OpportunityIQ</a:t>
            </a:r>
          </a:p>
          <a:p>
            <a:pPr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Discover. Verify. Analyze. Act.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An AI-powered live opportunity intelligence platform turning chaotic web search into personalized, explainable career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3108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🔍 Live Web Search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Powered by SerpApi Google Jobs, Search &amp; News for real-time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114800"/>
            <a:ext cx="3108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2976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🤖 Autonomous AI Agent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LangGraph stateful workflow with query planning &amp;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114800"/>
            <a:ext cx="32004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🎯 Match &amp; Skill Gap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Semantic vector alignment &amp; actionable skill gap breakdown.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The Career Search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Finding internships and early roles is fragmented, manual, and unguided.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❌ Scattered &amp; Stale Data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Listings exist across dozens of job boards with stale details, expired deadlines, and unverified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❌ 15+ Hours Wasted Weekly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Candidates waste hours copying job specs, guessing eligibility, and applying blindly without fit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❌ Hidden Skill Gaps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Applicants don't know which missing technical skills are critical or what to learn first to qualify.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❌ Lack of Personalization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Traditional portals display static listings completely detached from candidate background or preferences.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OpportunityIQ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An autonomous career research assistant turning live web search into explainable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🌐 SerpApi Search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Executes real-time searches across Google Jobs, Google Search, and News.</a:t>
            </a:r>
            <a:br/>
            <a:br/>
            <a:r>
              <a:t>• Zero stale listings</a:t>
            </a:r>
            <a:br/>
            <a:r>
              <a:t>• Live application links</a:t>
            </a:r>
            <a:br/>
            <a:r>
              <a:t>• Company background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📄 Resume Parsing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Extracts candidate skills, experience levels, and target roles automatically.</a:t>
            </a:r>
            <a:br/>
            <a:br/>
            <a:r>
              <a:t>• PDF / DOCX / TXT support</a:t>
            </a:r>
            <a:br/>
            <a:r>
              <a:t>• Entity extraction</a:t>
            </a:r>
            <a:br/>
            <a:r>
              <a:t>• Profile customization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📊 Match &amp; Skill Gap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Provides transparent weighted match scores &amp; prioritized upskilling advice.</a:t>
            </a:r>
            <a:br/>
            <a:br/>
            <a:r>
              <a:t>• Vector similarity</a:t>
            </a:r>
            <a:br/>
            <a:r>
              <a:t>• Missing skill alerts</a:t>
            </a:r>
            <a:br/>
            <a:r>
              <a:t>• Direct learning pathways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How OpportunityIQ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End-to-end data pipeline from candidate intent to actionable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Step 1: User Profile / Resume Input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Upload resume or enter skills manually.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Step 2: AI Planner &amp; SerpApi Layer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Generates search payload &amp; queries Google Jobs/Search/News.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Step 3: Extraction &amp; Vector RAG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Parses Pydantic v2 models &amp; embeds text into FAISS.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Step 4: Semantic Match &amp; Skill Gap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Computes cosine fit &amp; identifies missing technical skills.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Step 5: Executive Dashboard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Interactive card view with persistent MD5 bookmarks.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LangGraph Autonomous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Stateful multi-node orchestration guarantees deterministic execution &amp; transparency.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🧠 Query Planning Node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Parses candidate goals and generates multi-engine search parameters for SerpApi.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⚙️ Data Normalization Node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Transforms raw JSON payloads into validated Pydantic v2 Opportunity models with deterministic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⚡ FAISS Vector RAG Node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SentenceTransformers embeddings index job text for semantic context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🎯 Transparent Scoring Node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Weighted formula: 50% Skills, 20% Experience, 10% Education, 10% Location, 10% Preference.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CORE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Why SerpApi is Fundamental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SerpApi provides the live data backbone powering 100% of OpportunityIQ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Google Jobs API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Fetches structured job titles, hiring company names, stipends, and direct apply URLs.</a:t>
            </a:r>
            <a:br/>
            <a:br/>
            <a:r>
              <a:t>• Structured listings</a:t>
            </a:r>
            <a:br/>
            <a:r>
              <a:t>• Live compensation</a:t>
            </a:r>
            <a:br/>
            <a:r>
              <a:t>• Direct apply URLs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Google Search API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Retrieves company career portals, hackathon landing pages, and supplementary context.</a:t>
            </a:r>
            <a:br/>
            <a:br/>
            <a:r>
              <a:t>• Hackathon search</a:t>
            </a:r>
            <a:br/>
            <a:r>
              <a:t>• Career portals</a:t>
            </a:r>
            <a:br/>
            <a:r>
              <a:t>• Broad web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Google News API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Tracks real-time hiring trends, tech stack shifts, and campus recruitment dates.</a:t>
            </a:r>
            <a:br/>
            <a:br/>
            <a:r>
              <a:t>• Hiring announcements</a:t>
            </a:r>
            <a:br/>
            <a:r>
              <a:t>• Tech stack trends</a:t>
            </a:r>
            <a:br/>
            <a:r>
              <a:t>• Campus drives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Resume Parsing &amp; RAG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Combining multi-format document ingestion with dense vector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📄 Document Ingestion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Parses PDF (PyPDF2), DOCX (python-docx), and TXT files directly in-memory.</a:t>
            </a:r>
            <a:br/>
            <a:br/>
            <a:r>
              <a:t>• Regex entity extraction</a:t>
            </a:r>
            <a:br/>
            <a:r>
              <a:t>• Skill categorization</a:t>
            </a:r>
            <a:br/>
            <a:r>
              <a:t>• Experience detection</a:t>
            </a:r>
            <a:br/>
            <a:r>
              <a:t>• Automated profile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⚡ Vector Embeddings &amp; FAISS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Generates 384-dimensional dense vectors via `all-MiniLM-L6-v2` for semantic similarity search.</a:t>
            </a:r>
            <a:br/>
            <a:br/>
            <a:r>
              <a:t>• Matches 'React' to 'Frontend Engineering'</a:t>
            </a:r>
            <a:br/>
            <a:r>
              <a:t>• Semantic context retrieval</a:t>
            </a:r>
            <a:br/>
            <a:r>
              <a:t>• Zero-lag local FAISS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LIVE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Personalized Match &amp; Skill Gap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Clear, explainable insights so candidates know exactly where they 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28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Senior Python Developer — QuantumTech Inc.  |  Match Score: 82% (High Fit)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1097280" y="2834640"/>
            <a:ext cx="4754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  <a:latin typeface="Plus Jakarta Sans"/>
              </a:defRPr>
            </a:pPr>
            <a:r>
              <a:t>[✓] Matched Skills (5/7)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• Python (Advanced)</a:t>
            </a:r>
            <a:br/>
            <a:r>
              <a:t>• Machine Learning</a:t>
            </a:r>
            <a:br/>
            <a:r>
              <a:t>• SQL Databases</a:t>
            </a:r>
            <a:br/>
            <a:r>
              <a:t>• REST APIs &amp;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DC2626"/>
                </a:solidFill>
                <a:latin typeface="Plus Jakarta Sans"/>
              </a:defRPr>
            </a:pPr>
            <a:r>
              <a:t>[!] Actionable Skill Gaps (2/7)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• FastAPI (High Priority)</a:t>
            </a:r>
            <a:br/>
            <a:r>
              <a:t>• Docker / Kubernetes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9669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563EB"/>
                </a:solidFill>
                <a:latin typeface="Plus Jakarta Sans"/>
              </a:defRPr>
            </a:pPr>
            <a:r>
              <a:t>💡 AI Action Recommendation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Building 1 project using FastAPI &amp; Docker will boost your match score to 95%.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UI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Luxury Modern Light Frontend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Built with high-contrast accessibility, dark slate navigation, and modern UI aesthetics.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🎨 Luxury Light Palette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Porcelain background (#F8FAFC), Deep Slate sidebar (#0F172A), Royal Indigo accents (#2563EB).</a:t>
            </a:r>
            <a:br/>
            <a:br/>
            <a:r>
              <a:t>• Human-crafted aesthetic</a:t>
            </a:r>
            <a:br/>
            <a:r>
              <a:t>• Executive finish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2918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📌 MD5 Hash Integrity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Deterministic ID generation ensures saved opportunities remain persistent across page reloads.</a:t>
            </a:r>
            <a:br/>
            <a:br/>
            <a:r>
              <a:t>• 100% bookmark reliability</a:t>
            </a:r>
            <a:br/>
            <a:r>
              <a:t>• Session state 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0312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📤 High-Contrast Upload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Custom file uploader styling with high contrast, dashed dropzones, and instant toast feedback.</a:t>
            </a:r>
            <a:br/>
            <a:br/>
            <a:r>
              <a:t>• Drag-and-drop</a:t>
            </a:r>
            <a:br/>
            <a:r>
              <a:t>• Real-time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Plus Jakarta Sans"/>
              </a:defRPr>
            </a:pPr>
            <a:r>
              <a:t>Impact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Plus Jakarta Sans"/>
              </a:defRPr>
            </a:pPr>
            <a:r>
              <a:t>Transforming job search into strategic career intelligence worldwide.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🚀 Deliverables &amp; Impact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• 90% reduction in manual job research time.</a:t>
            </a:r>
            <a:br/>
            <a:r>
              <a:t>• Higher application success through targeted skill fit.</a:t>
            </a:r>
            <a:br/>
            <a:r>
              <a:t>• Zero hallucinated roles — 100% SerpApi verified.</a:t>
            </a:r>
            <a:br/>
            <a:r>
              <a:t>• Clear upskilling direction for candidates.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Plus Jakarta Sans"/>
              </a:defRPr>
            </a:pPr>
            <a:r>
              <a:t>🔮 Future Roadmap</a:t>
            </a:r>
          </a:p>
          <a:p>
            <a:pPr>
              <a:defRPr sz="1300">
                <a:solidFill>
                  <a:srgbClr val="64748B"/>
                </a:solidFill>
                <a:latin typeface="Plus Jakarta Sans"/>
              </a:defRPr>
            </a:pPr>
            <a:r>
              <a:t>• Real-time WhatsApp/Email opportunity alerts.</a:t>
            </a:r>
            <a:br/>
            <a:r>
              <a:t>• ATS &amp; Notion kanban board integration.</a:t>
            </a:r>
            <a:br/>
            <a:r>
              <a:t>• Global multi-language search filtering.</a:t>
            </a:r>
            <a:br/>
            <a:r>
              <a:t>• Collaborative applicant matching pools.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Plus Jakarta Sans"/>
              </a:defRPr>
            </a:pPr>
            <a:r>
              <a:t>OpportunityIQ — SerpApi India Hackathon 2026 | Track: AI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